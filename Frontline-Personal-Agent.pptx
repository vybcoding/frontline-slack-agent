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this is a scaffold plus the thinking. The thinking is the part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 early. Judge this as velocity and judgment, not as a finished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slide. It resolves something their own team recorded as open, and it does it without either side conceding.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141B45"/>
          </a:solidFill>
          <a:ln w="12700">
            <a:solidFill>
              <a:srgbClr val="141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Frontline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Agent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scaffold, and the reasoning behind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1148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as the human interface  ·  agent workload hosted in AWS  ·  acts on the principal's behalf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github.com/VybCoding/frontline-slack-agent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was built from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691640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141B45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59536" y="27889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build time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9536" y="312724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 a running, tested system.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691640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141B45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of requirement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312724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Relayed second-hand. No PRD exists.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91856" y="1691640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141B45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874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84464" y="27889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their systems accessed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84464" y="312724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workspace, no AWS account, no repo.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44805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in this deck is therefore inferred rather than given. The inferences are listed explicitly on slide 13 — they are the first thing to push back 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and the gap in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requirement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" y="17373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agent that acts on his behalf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through Slack, not a command line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every system he has access 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action inside applications — documents, prototypes, presentations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that persists and improves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to the specialised product agents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298448"/>
            <a:ext cx="5193792" cy="3063240"/>
          </a:xfrm>
          <a:prstGeom prst="roundRect">
            <a:avLst>
              <a:gd name="adj" fmla="val 1791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93408" y="1591056"/>
            <a:ext cx="310896" cy="310896"/>
          </a:xfrm>
          <a:prstGeom prst="ellipse">
            <a:avLst/>
          </a:prstGeom>
          <a:solidFill>
            <a:srgbClr val="C2712A"/>
          </a:solidFill>
          <a:ln w="12700">
            <a:solidFill>
              <a:srgbClr val="C27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4032" y="1609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93408" y="2048256"/>
            <a:ext cx="4626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specification.</a:t>
            </a:r>
            <a:pPr indent="0" marL="0"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capability set was never detailed — their own platform architect had flagged this repeatedly.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93408" y="2798064"/>
            <a:ext cx="4626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conflict.</a:t>
            </a:r>
            <a:pPr indent="0" marL="0"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 needs the agent to reach everything he can reach. Their design principle says agents act as scoped service identities, never as named users.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93408" y="3547872"/>
            <a:ext cx="4626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trigger model.</a:t>
            </a:r>
            <a:pPr indent="0" marL="0"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“Without constant human intervention” was stated, but never separated from “Slack is the interface.”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70916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an ordinary starting condition for an ambitious internal request. It is also the condition the scaffold is built for: the first deliverable is not code, it is the specification the code makes testable.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docs/01-requirements.md — every requirement traced to its source, extrapolations marked [E]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runs today, on nothing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and run one command. No AWS account, no Slack workspace, no Frontline credential — the whole path executes against synthetic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6766560" cy="859536"/>
          </a:xfrm>
          <a:prstGeom prst="roundRect">
            <a:avLst>
              <a:gd name="adj" fmla="val 53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3113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install &amp;&amp; make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 tool calls, credentials resolved, audit log written, redaction verified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36576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76856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76856" y="36576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86784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986784" y="36576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96712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~3.5k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96712" y="36576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1298448"/>
            <a:ext cx="3959352" cy="3977640"/>
          </a:xfrm>
          <a:prstGeom prst="roundRect">
            <a:avLst>
              <a:gd name="adj" fmla="val 1386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27848" y="1883664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Slack, streaming its tool calls as a live timeline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Jira, Confluence, Salesforce, analytics, Slack, and source code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tickets, pages, canvases and decks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on a schedule and reports only when something matters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action it takes, with who it acted for and what class of data it touched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43159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not a mock of the system. It is the system, with the upstreams swapped for fixtures.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· AWS CDK · Claude Agent SDK on Amazon Bedrock · Bedrock AgentCore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0020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56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agent surface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95728" y="1920240"/>
            <a:ext cx="457200" cy="0"/>
          </a:xfrm>
          <a:prstGeom prst="line">
            <a:avLst/>
          </a:prstGeom>
          <a:noFill/>
          <a:ln w="190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481328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6002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856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· 3s 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28032" y="1920240"/>
            <a:ext cx="457200" cy="0"/>
          </a:xfrm>
          <a:prstGeom prst="line">
            <a:avLst/>
          </a:prstGeom>
          <a:noFill/>
          <a:ln w="190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58384" y="1481328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002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9824" y="18562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Bedrock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0" y="26974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281635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3072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· events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28032" y="3127248"/>
            <a:ext cx="1490472" cy="-713232"/>
          </a:xfrm>
          <a:prstGeom prst="line">
            <a:avLst/>
          </a:prstGeom>
          <a:noFill/>
          <a:ln w="19050">
            <a:solidFill>
              <a:srgbClr val="9AA4B8"/>
            </a:solidFill>
            <a:prstDash val="dash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260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→ read-only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395728"/>
            <a:ext cx="0" cy="658368"/>
          </a:xfrm>
          <a:prstGeom prst="line">
            <a:avLst/>
          </a:prstGeom>
          <a:noFill/>
          <a:ln w="190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3054096"/>
            <a:ext cx="2578608" cy="868680"/>
          </a:xfrm>
          <a:prstGeom prst="roundRect">
            <a:avLst>
              <a:gd name="adj" fmla="val 6316"/>
            </a:avLst>
          </a:prstGeom>
          <a:solidFill>
            <a:srgbClr val="2C3670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317296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registry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4290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out, ever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63840" y="1481328"/>
            <a:ext cx="1719072" cy="868680"/>
          </a:xfrm>
          <a:prstGeom prst="roundRect">
            <a:avLst>
              <a:gd name="adj" fmla="val 6316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160020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185623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OAuth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02368" y="1481328"/>
            <a:ext cx="1792224" cy="868680"/>
          </a:xfrm>
          <a:prstGeom prst="roundRect">
            <a:avLst>
              <a:gd name="adj" fmla="val 6316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2096" y="16002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93808" y="185623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PutItem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07808" y="3200400"/>
            <a:ext cx="1115568" cy="-1188720"/>
          </a:xfrm>
          <a:prstGeom prst="line">
            <a:avLst/>
          </a:prstGeom>
          <a:noFill/>
          <a:ln w="190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607808" y="3364992"/>
            <a:ext cx="3090672" cy="-960120"/>
          </a:xfrm>
          <a:prstGeom prst="line">
            <a:avLst/>
          </a:prstGeom>
          <a:noFill/>
          <a:ln w="190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66928" y="4315968"/>
            <a:ext cx="206654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4348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Confluence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98064" y="4315968"/>
            <a:ext cx="206654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52928" y="44348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0" y="4315968"/>
            <a:ext cx="206654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44348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60336" y="4315968"/>
            <a:ext cx="206654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44348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search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491472" y="4315968"/>
            <a:ext cx="206654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46336" y="44348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(read)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922776"/>
            <a:ext cx="0" cy="347472"/>
          </a:xfrm>
          <a:prstGeom prst="line">
            <a:avLst/>
          </a:prstGeom>
          <a:noFill/>
          <a:ln w="19050">
            <a:solidFill>
              <a:srgbClr val="9AA4B8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66928" y="50749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entry points, one workload. </a:t>
            </a:r>
            <a:pPr indent="0" marL="0"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message and a schedule reach the same agent, the same connectors, and the same audit path. What differs is authorisation — and nothing reaches an upstream system without resolving a credential and writing a record.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docs/02-architecture.md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9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conflict that stayed open was not a conflict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B45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727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needs reach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191109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“Access to every system he has access to.” An agent blind to what he can see fails at the first real question.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38988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B45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7276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attribution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191109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“Agents act as scoped service identities, not named users.” When something happens, the record must show a machine.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999232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read as opposites and were logged as unresolved. They are two requirements that were assumed to need the same mechanism — and they only collide under one implementation: putting his token in the agent's config, which is exactly what a self-hosted personal agent does.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858768"/>
            <a:ext cx="11027664" cy="1874520"/>
          </a:xfrm>
          <a:prstGeom prst="roundRect">
            <a:avLst>
              <a:gd name="adj" fmla="val 2927"/>
            </a:avLst>
          </a:prstGeom>
          <a:solidFill>
            <a:srgbClr val="24306B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0599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resolution: user-delegated OAuth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" y="4453128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6736" y="44805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authenticates as its own workload identity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7824" y="4837176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16736" y="48646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exchanges that for a token the principal consented to issue, one system at a time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" y="5221224"/>
            <a:ext cx="310896" cy="3108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5221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16736" y="52486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sees his access. The audit trail sees the agent. Both fields on every record.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594360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per system, requested at first use — so the agent's reach expands visibly, and each grant is revocable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does not require a daemon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requirements arrived in one sentence: </a:t>
            </a:r>
            <a:pPr indent="0" marL="0">
              <a:buNone/>
            </a:pPr>
            <a:r>
              <a:rPr lang="en-US" sz="145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is the interface</a:t>
            </a:r>
            <a:pPr indent="0" marL="0">
              <a:buNone/>
            </a:pPr>
            <a:r>
              <a:rPr lang="en-US" sz="14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buNone/>
            </a:pPr>
            <a:r>
              <a:rPr lang="en-US" sz="145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without constant human intervention</a:t>
            </a:r>
            <a:pPr indent="0" marL="0">
              <a:buNone/>
            </a:pPr>
            <a:r>
              <a:rPr lang="en-US" sz="14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Those are independent — one is an interface, the other is a trigger.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311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daemon looks necessary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4709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autonomy requires a process that runs on its own, and the only process you can stand up this week runs on your own machine, then the machine follows from the autonomy.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doesn't. That inference is the whole reason this option keeps coming back.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2029968"/>
            <a:ext cx="5513832" cy="1828800"/>
          </a:xfrm>
          <a:prstGeom prst="roundRect">
            <a:avLst>
              <a:gd name="adj" fmla="val 3000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231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instead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578608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schedules as a second entry point into the same AWS workload. Slack stays the interface; the trigger moves out of it.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day of work, and it needs no new hardware, no new credentials, and nobody's laptop.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0690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unattended run behaves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434840"/>
            <a:ext cx="3456432" cy="1463040"/>
          </a:xfrm>
          <a:prstGeom prst="roundRect">
            <a:avLst>
              <a:gd name="adj" fmla="val 375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61772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enforced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5010912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toolset is filtered to read tools before the loop starts — writes are absent from the model's context, not discouraged in a prompt.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9392" y="4434840"/>
            <a:ext cx="3456432" cy="1463040"/>
          </a:xfrm>
          <a:prstGeom prst="roundRect">
            <a:avLst>
              <a:gd name="adj" fmla="val 375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461772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by default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17136" y="5010912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clears the bar for interrupting him, nothing is posted. A trigger that fires daily gets muted.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91856" y="4434840"/>
            <a:ext cx="3456432" cy="1463040"/>
          </a:xfrm>
          <a:prstGeom prst="roundRect">
            <a:avLst>
              <a:gd name="adj" fmla="val 375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461772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31936" y="4636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reply is the approval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5010912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Replying resumes the interactive path, where writes work again. Presence is the authorisation — no buttons, no workflow, no second interface.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src/frontline_agent/triggers/ — three standing triggers, one deliberately disabled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runs unrestricted, so the log is the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designed before anyone has watched the agent work are wrong in both directions — and once built, they get defended rather than revised. So every tool is labelled, nothing is blocked, and the labels become the evidence for what to gate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it reaches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852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0449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nothing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3291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write_internal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483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by a human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write_external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922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building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9392" y="2048256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sensitive thing it can touch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53712" y="2852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3712" y="30449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roadmaps, tickets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3712" y="3291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3483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pipeline, IP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53712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3712" y="3922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/ HIPAA-adjacent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2048256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log guarantees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2596896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call — no path skips 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and workload identity as separate fields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calls store a digest, never the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PutItem only: the agent cannot edit its own history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stack, RETAIN — teardown cannot erase 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61772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are not decoration. 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unattended run they enforce read-only, and after a month of real use they answer the question nobody can answer today: what actually needs a gate?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docs/decisions/ADR-003 · two indexes: by-risk and by-data-class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HOSTING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host this, compared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2766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83080"/>
                <a:gridCol w="1371600"/>
                <a:gridCol w="1463040"/>
                <a:gridCol w="1691640"/>
                <a:gridCol w="15179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radius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Serves 7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Daemon on his PC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Daemon on a managed 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Scaffold, Slack-triggered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 Scaffold + triggers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 Slackbot MCP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97764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160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recommended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" y="449884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route that satisfies both halves of the requirement and survives review. Not meaningfully slower than B once Slack app approval is running in parallel — which it can be from day one.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3977640"/>
            <a:ext cx="5513832" cy="1691640"/>
          </a:xfrm>
          <a:prstGeom prst="roundRect">
            <a:avLst>
              <a:gd name="adj" fmla="val 3243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fastest and still disqualified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44988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Slackbot orchestrates, you just expose tools — two days. But third-party tool calls need the user to authorise every single invocation, which is the literal opposite of “without constant human intervention.”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docs/05-hosting-options.md — full analysis of each route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 PC, now that it has source access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5257800" cy="2121408"/>
          </a:xfrm>
          <a:prstGeom prst="roundRect">
            <a:avLst>
              <a:gd name="adj" fmla="val 2586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361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genuinely buys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883664"/>
            <a:ext cx="4709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with no infrastructure at 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reach — if he can click it, the agent can use 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procurement, no review, no approval queue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product answers straight from the implementation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— it can actually build 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353312"/>
            <a:ext cx="5513832" cy="2121408"/>
          </a:xfrm>
          <a:prstGeom prst="roundRect">
            <a:avLst>
              <a:gd name="adj" fmla="val 2586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cannot configure away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88366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now reaches the build.</a:t>
            </a:r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Shell plus a checkout plus git credentials turns any message he reads into a possible path into software running in ~10,000 districts.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55080" y="24048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is unrecoverable.</a:t>
            </a:r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downstream log says he did it — an evidentiary problem under FERPA, not a policy one.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55080" y="292608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serves one person.</a:t>
            </a:r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pilot was defined around seven.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65760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benefits are separable from the machine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4059936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42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product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24528" y="4242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4572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code connector — search, file read, merged-PR history. No write tools, ever.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4059936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242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prototype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738360" y="4242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days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4572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sandbox: AgentCore Code Interpreter. Ephemeral, isolated, no push credentials.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596128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access is the strongest argument yet for the local route — and it still does not survive it, because the part worth having transfers and the part that does not is the part that reaches the build.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and what is scaffolding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56432" cy="4114800"/>
          </a:xfrm>
          <a:prstGeom prst="roundRect">
            <a:avLst>
              <a:gd name="adj" fmla="val 1587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910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tested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2176272"/>
            <a:ext cx="2926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contract and registry choke point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log, redaction, and the two query indexes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enforcement for unattended runs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surface: streaming, status, prompts, context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for both stacks · 22 tests · lint clean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371600"/>
            <a:ext cx="3456432" cy="4114800"/>
          </a:xfrm>
          <a:prstGeom prst="roundRect">
            <a:avLst>
              <a:gd name="adj" fmla="val 1587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5910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Written, unverified against live APIs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53712" y="2176272"/>
            <a:ext cx="2926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token exchange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read and write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canvas creation and file upload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target manifest schema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isolated to one file, each flagged in the docs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1856" y="1371600"/>
            <a:ext cx="3456432" cy="4114800"/>
          </a:xfrm>
          <a:prstGeom prst="roundRect">
            <a:avLst>
              <a:gd name="adj" fmla="val 1587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6176" y="15910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Inferred, expect to be wrong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66176" y="2176272"/>
            <a:ext cx="2926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he actually needs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trigger catalogue should watch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Salesforce is the CRM of record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Bedrock and AgentCore are available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Slack app approval takes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middle column is guesswork about behaviour — only about API shape at a given version.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cannot do yet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before the pilot widens past its named users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456432" cy="1572768"/>
          </a:xfrm>
          <a:prstGeom prst="roundRect">
            <a:avLst>
              <a:gd name="adj" fmla="val 3488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20240"/>
            <a:ext cx="310896" cy="310896"/>
          </a:xfrm>
          <a:prstGeom prst="ellipse">
            <a:avLst/>
          </a:prstGeom>
          <a:solidFill>
            <a:srgbClr val="C2712A"/>
          </a:solidFill>
          <a:ln w="12700">
            <a:solidFill>
              <a:srgbClr val="C271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kill switch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322576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 turn in flight. Nearest action is setting worker concurrency to zero — a console operation. About a day to fix.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3456432" cy="1572768"/>
          </a:xfrm>
          <a:prstGeom prst="roundRect">
            <a:avLst>
              <a:gd name="adj" fmla="val 3488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1920240"/>
            <a:ext cx="310896" cy="310896"/>
          </a:xfrm>
          <a:prstGeom prst="ellipse">
            <a:avLst/>
          </a:prstGeom>
          <a:solidFill>
            <a:srgbClr val="C2712A"/>
          </a:solidFill>
          <a:ln w="12700">
            <a:solidFill>
              <a:srgbClr val="C27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bounded, not governed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7136" y="2322576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$2 per-turn ceiling is enforced. No per-principal attribution, no aggregate cap, no alerting.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1737360"/>
            <a:ext cx="3456432" cy="1572768"/>
          </a:xfrm>
          <a:prstGeom prst="roundRect">
            <a:avLst>
              <a:gd name="adj" fmla="val 3488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C2712A"/>
          </a:solidFill>
          <a:ln w="12700">
            <a:solidFill>
              <a:srgbClr val="C271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31936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retention policy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0" y="2322576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records an executive's activity, so it is a surveillance artifact as well as a compliance one. Legal and Security decide, not engineering.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4930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" y="38404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— needs a sandbox, a few days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Single-principal; the pilot is seven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trigger ships disabled — it needs a Slack-to-EventBridge forwarder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context lives in process memory: right for Socket Mode, wrong for Lambda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3456432"/>
            <a:ext cx="5513832" cy="2103120"/>
          </a:xfrm>
          <a:prstGeom prst="roundRect">
            <a:avLst>
              <a:gd name="adj" fmla="val 2609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639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calls that could go the other way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55080" y="3986784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chat:write on the user token is real impersonation — first thing I'd remove under pushback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and analytics have no write tools by choice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read-only is enforced at the toolset; the tokens still carry write scope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docs/open-questions.md — seventeen items, each with reasoning and rough sizing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REGISTER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rests on these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their systems means every one of these is a guess made deliberately rather than a fact discovered. They are listed so they can be corrected in minutes instead of found in a month.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27664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99846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wrong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is available and permitted in the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identity model needs a Secrets Manager + OAuth broker instead — about a day, isolated to one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has Claude enabled in-region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first real run until an account-level request clears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Atlassian, Salesforce and a BI layer are the systems he reaches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connectors. Each is under an hour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product agents can be reached over A2A, MCP or 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Delegation stays local subagents until they expose something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morning brief and a renewal sweep are what he wants watched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three entries in the trigger catalogue and redeploy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Real-Time Search is entitled for the workspace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stays on search.messages — works, slightly worse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39496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load-bearing for the architecture. That was the point of the connector contract — being wrong about a system costs an hour, not a rewrite.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 THAT OWNS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this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56432" cy="3200400"/>
          </a:xfrm>
          <a:prstGeom prst="roundRect">
            <a:avLst>
              <a:gd name="adj" fmla="val 1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Slack Grid app approval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45536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no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Bedrock model access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45536" y="2578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no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AgentCore is permitted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45536" y="31821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3785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`make demo`, read the connector contract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45536" y="37856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9392" y="1371600"/>
            <a:ext cx="3456432" cy="3200400"/>
          </a:xfrm>
          <a:prstGeom prst="roundRect">
            <a:avLst>
              <a:gd name="adj" fmla="val 1714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audit stack, then the agent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0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OAuth providers per system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0" y="2578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inferred connectors for real ones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0" y="31821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each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785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only — he uses it by mid-week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0" y="37856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91856" y="1371600"/>
            <a:ext cx="3456432" cy="3200400"/>
          </a:xfrm>
          <a:prstGeom prst="roundRect">
            <a:avLst>
              <a:gd name="adj" fmla="val 1714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two to four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66176" y="1975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scheduled triggers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70464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66176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and cost attribution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70464" y="25786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66176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Slack context to DynamoDB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570464" y="31821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day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66176" y="3785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for prototypes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570464" y="37856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718304"/>
            <a:ext cx="11027664" cy="1280160"/>
          </a:xfrm>
          <a:prstGeom prst="roundRect">
            <a:avLst>
              <a:gd name="adj" fmla="val 4286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882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point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59536" y="52120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system is one file with a decorated function per tool, one line in the registry, and a fixture. No changes to the agent loop, the Slack layer, the audit writer, or IAM — those are properties of the registry, not of your connector. The tests fail if you skip the risk and data-class labels.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need from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591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does he actually reach for?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5681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connectors are inferences. Two hours with him replaces a month of guessing, and each correction costs an hour of 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57276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39128" y="1591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product agents expose anything callable?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36792" y="195681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A2A, MCP, and HTTP are three different integrations. Only one of them is trivial.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12724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296" y="31455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audit retention and access?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51129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records an executive's activity. That is a Legal and Security question and it should not be answered by whoever writes the CDK.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292608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312724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39128" y="31455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he want watched while he sleeps?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6792" y="351129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built; the catalogue is a guess. Run the two scheduled triggers for a fortnight and let him say what he wishes it had told him.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68172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25296" y="47000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source-code decision settled?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06577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is built and safe. Push access on an endpoint is the one choice here that reaches the build pipeline.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448056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468172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39128" y="47000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Grid app approval, really?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36792" y="5065776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longest pole and the only one entirely outside engineering's control.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on questions rather than conclusions — the boundary of what could be inferred without access.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5120640" cy="5120640"/>
          </a:xfrm>
          <a:prstGeom prst="ellipse">
            <a:avLst/>
          </a:prstGeom>
          <a:solidFill>
            <a:srgbClr val="141B45"/>
          </a:solidFill>
          <a:ln w="12700">
            <a:solidFill>
              <a:srgbClr val="141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E9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 paragraph of intent is enough to build against — if you write down what you inferred, and make the inferences cheap to correct.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33467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scaffold runs. The two things worth keeping from it are the identity model — which resolves a conflict that had stayed open — and the separation of interface from trigger, which is why the agent does not need to live on anyone's laptop.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29768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24306B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4805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github.com/VybCoding/frontline-slack-agent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4809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it, `make demo`, and it runs against synthetic data in one command.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66928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 for whoever picks this up.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EXTENDING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connector contract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492240" cy="4114800"/>
          </a:xfrm>
          <a:prstGeom prst="roundRect">
            <a:avLst>
              <a:gd name="adj" fmla="val 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0020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connector = Connector(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name="productboard",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description="Feature requests and customer feedback.",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provider=get_settings().productboard_provider_id,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@connector.tool(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"search_features",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"Search feature requests by keyword.",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"object",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"properties": {"query": {"type": "string"}},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"required": ["query"]},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risk=Risk.READ,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data_class=DataClass.CONFIDENTIAL,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search_features(args, *, token):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_transport.call(...)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0" y="1371600"/>
            <a:ext cx="4279392" cy="4114800"/>
          </a:xfrm>
          <a:prstGeom prst="roundRect">
            <a:avLst>
              <a:gd name="adj" fmla="val 1333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591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registry does for you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0" y="1975104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delegated credential — the handler never sees one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exactly one audit record, including on failure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Redacts arguments and results when the class is regulated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the tool to the agent, and to an AgentCore Gateway manifest so other agents can reuse it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it from the toolset automatically during unattended runs if it can write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61813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docs/03-adding-a-connector.md — the whole job, start to finish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action looks like on the record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852160" cy="3246120"/>
          </a:xfrm>
          <a:prstGeom prst="roundRect">
            <a:avLst>
              <a:gd name="adj" fmla="val 14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91056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"session_id":       "C07AB..:1755284400.0002",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"principal":        "U01ABCDEFGH",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"workload_identity":"frontline-cpo-agent",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"connector":        "salesforce",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"tool":             "get_account",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"risk":             "read",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"data_class":       "regulated",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"args_digest":      "c7635c1559824944",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           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"result_summary":  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"result_bytes":     279,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"duration_ms":      142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0" y="1371600"/>
            <a:ext cx="4919472" cy="1481328"/>
          </a:xfrm>
          <a:prstGeom prst="roundRect">
            <a:avLst>
              <a:gd name="adj" fmla="val 3704"/>
            </a:avLst>
          </a:prstGeom>
          <a:solidFill>
            <a:srgbClr val="EEF5F1"/>
          </a:solidFill>
          <a:ln w="12700">
            <a:solidFill>
              <a:srgbClr val="CFE2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55448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args and result are null here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0" y="1883664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is regulated, so the record keeps a digest and a byte count instead of the content. You can see that data moved and how much — never what it was. The audit log does not become a second copy of student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2999232"/>
            <a:ext cx="4919472" cy="1618488"/>
          </a:xfrm>
          <a:prstGeom prst="roundRect">
            <a:avLst>
              <a:gd name="adj" fmla="val 339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318211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 it is built to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3529584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by-risk        →  irreversible actions, 30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by-data-class  →  anything touching regulated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49440" y="409651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indexes, because those are the two questions a review actually asks.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8920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role has PutItem and nothing else — no update, no delete. An agent that can rewrite its own history does not have one.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SLACK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Slack as a platform, not a chat 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27664" cy="804672"/>
          </a:xfrm>
          <a:prstGeom prst="roundRect">
            <a:avLst>
              <a:gd name="adj" fmla="val 5682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99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features.agent_view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53128" y="1472184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agent DM, split view beside a channel, top-nav entry. Without it this is a bot in a DM.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267712"/>
            <a:ext cx="11027664" cy="804672"/>
          </a:xfrm>
          <a:prstGeom prst="roundRect">
            <a:avLst>
              <a:gd name="adj" fmla="val 5682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95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app_context_changed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53128" y="2368296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agent what he is looking at right now. “Summarise this and draft a reply” resolves with no arguments — the highest-leverage event on the platform.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163824"/>
            <a:ext cx="11027664" cy="804672"/>
          </a:xfrm>
          <a:prstGeom prst="roundRect">
            <a:avLst>
              <a:gd name="adj" fmla="val 5682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chat.startStream · timeline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53128" y="3264408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render as a live sequence. On a phone that is a working interrupt; a spinner is not. Given an unrestricted pilot, it is also the only real-time check that exists.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059936"/>
            <a:ext cx="11027664" cy="804672"/>
          </a:xfrm>
          <a:prstGeom prst="roundRect">
            <a:avLst>
              <a:gd name="adj" fmla="val 5682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187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setStatus · setSuggestedPrompts · setTitle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53128" y="41605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line carrying the actual step, four openers for a cold start, and threads that become navigable history.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956048"/>
            <a:ext cx="11027664" cy="804672"/>
          </a:xfrm>
          <a:prstGeom prst="roundRect">
            <a:avLst>
              <a:gd name="adj" fmla="val 5682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084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Kit 2026 blocks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53128" y="505663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data tables, alerts. Structured output stays in Slack — no companion web app to build, secure, and review.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486400"/>
            <a:ext cx="11027664" cy="786384"/>
          </a:xfrm>
          <a:prstGeom prst="roundRect">
            <a:avLst>
              <a:gd name="adj" fmla="val 6977"/>
            </a:avLst>
          </a:prstGeom>
          <a:solidFill>
            <a:srgbClr val="FBF3E8"/>
          </a:solidFill>
          <a:ln w="12700">
            <a:solidFill>
              <a:srgbClr val="EBD9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6144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7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constraint that shapes retrieval:  </a:t>
            </a:r>
            <a:pPr indent="0" marL="0"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non-Marketplace apps are throttled on conversations.history to ~1 request/minute, 15 messages each. An internal app is non-Marketplace permanently, so anything that pages channel history stalls on the first real question. Retrieval goes through search, which also inherits his permissions instead of reimplementing them.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THE REPOSITORY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everything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852160" cy="4206240"/>
          </a:xfrm>
          <a:prstGeom prst="roundRect">
            <a:avLst>
              <a:gd name="adj" fmla="val 10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91056"/>
            <a:ext cx="5394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src/frontline_agent/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connectors/base.py      the contract — read first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connectors/registry.py  the choke 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connectors/code.py      read-only source, no writes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audit/log.py            the control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identity/token_vault.py delegated OAuth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agent/core.py           the loop and subagents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triggers/base.py        why unattended is read-only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slack/                  surface, blocks, handlers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runtime/                socket · edge · worker · trigger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                    CDK — audit and agent stacks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mocks/fixtures/           synthetic data, no network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manifest/                 the Slack app manifest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                   requirements · architecture 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hosting · operations · decisions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0" y="1371600"/>
            <a:ext cx="491947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57276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this order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49440" y="1938528"/>
            <a:ext cx="4370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the argument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docs/05-hosting-options.md — where it should run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docs/01-requirements.md — what was inferred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docs/open-questions.md — the seventeen gaps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connectors/base.py — the load-bearing 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3840480"/>
            <a:ext cx="4919472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402336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0" y="4370832"/>
            <a:ext cx="4370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    end to end, no credentials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dev     against a real workspace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   22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deploy  audit stack, then the agent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Frontline Personal Agent</dc:title>
  <dc:subject>PptxGenJS Presentation</dc:subject>
  <dc:creator>VybCoding</dc:creator>
  <cp:lastModifiedBy>VybCoding</cp:lastModifiedBy>
  <cp:revision>1</cp:revision>
  <dcterms:created xsi:type="dcterms:W3CDTF">2026-08-18T20:31:19Z</dcterms:created>
  <dcterms:modified xsi:type="dcterms:W3CDTF">2026-08-18T20:31:19Z</dcterms:modified>
</cp:coreProperties>
</file>